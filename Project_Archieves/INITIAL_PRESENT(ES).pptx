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AA6936-5D2B-4FF5-AEB6-CFCB3B9B3390}" v="153" dt="2026-07-27T08:08:04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V KUMAR" userId="67da4fea3b1225b8" providerId="LiveId" clId="{BF978BB0-60AA-4E70-B74C-E77D216CA204}"/>
    <pc:docChg chg="undo custSel modSld">
      <pc:chgData name="RISHAV KUMAR" userId="67da4fea3b1225b8" providerId="LiveId" clId="{BF978BB0-60AA-4E70-B74C-E77D216CA204}" dt="2026-07-27T08:08:04.605" v="689"/>
      <pc:docMkLst>
        <pc:docMk/>
      </pc:docMkLst>
      <pc:sldChg chg="modSp mod">
        <pc:chgData name="RISHAV KUMAR" userId="67da4fea3b1225b8" providerId="LiveId" clId="{BF978BB0-60AA-4E70-B74C-E77D216CA204}" dt="2026-07-27T07:32:06.949" v="153" actId="20577"/>
        <pc:sldMkLst>
          <pc:docMk/>
          <pc:sldMk cId="0" sldId="256"/>
        </pc:sldMkLst>
        <pc:spChg chg="mod">
          <ac:chgData name="RISHAV KUMAR" userId="67da4fea3b1225b8" providerId="LiveId" clId="{BF978BB0-60AA-4E70-B74C-E77D216CA204}" dt="2026-07-27T07:27:56.350" v="7" actId="4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28:03.078" v="9" actId="403"/>
          <ac:spMkLst>
            <pc:docMk/>
            <pc:sldMk cId="0" sldId="256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0:52.906" v="11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27:28.621" v="2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27:49.191" v="5" actId="403"/>
          <ac:spMkLst>
            <pc:docMk/>
            <pc:sldMk cId="0" sldId="256"/>
            <ac:spMk id="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1:04.797" v="140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27:24.718" v="0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27:28.621" v="2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29:47.591" v="91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27:28.621" v="2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06.949" v="153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27:28.621" v="2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0:34.320" v="118" actId="2711"/>
          <ac:spMkLst>
            <pc:docMk/>
            <pc:sldMk cId="0" sldId="256"/>
            <ac:spMk id="1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27:28.621" v="2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1:20.941" v="141"/>
          <ac:spMkLst>
            <pc:docMk/>
            <pc:sldMk cId="0" sldId="256"/>
            <ac:spMk id="2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0:03.069" v="95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27:28.621" v="2" actId="1076"/>
          <ac:spMkLst>
            <pc:docMk/>
            <pc:sldMk cId="0" sldId="256"/>
            <ac:spMk id="24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34:25.355" v="191" actId="14100"/>
        <pc:sldMkLst>
          <pc:docMk/>
          <pc:sldMk cId="0" sldId="257"/>
        </pc:sldMkLst>
        <pc:spChg chg="mod">
          <ac:chgData name="RISHAV KUMAR" userId="67da4fea3b1225b8" providerId="LiveId" clId="{BF978BB0-60AA-4E70-B74C-E77D216CA204}" dt="2026-07-27T07:33:29.645" v="185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44.342" v="160" actId="403"/>
          <ac:spMkLst>
            <pc:docMk/>
            <pc:sldMk cId="0" sldId="257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3:58.659" v="188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12.667" v="190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3:37.619" v="187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25.355" v="191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26.984" v="154" actId="2716"/>
          <ac:spMkLst>
            <pc:docMk/>
            <pc:sldMk cId="0" sldId="257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32.229" v="156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26.984" v="154" actId="271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32.229" v="156" actId="403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32.229" v="156" actId="403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32.229" v="156" actId="40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32.229" v="156" actId="403"/>
          <ac:spMkLst>
            <pc:docMk/>
            <pc:sldMk cId="0" sldId="257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26.984" v="154" actId="271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32.229" v="156" actId="403"/>
          <ac:spMkLst>
            <pc:docMk/>
            <pc:sldMk cId="0" sldId="257"/>
            <ac:spMk id="2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2:32.229" v="156" actId="403"/>
          <ac:spMkLst>
            <pc:docMk/>
            <pc:sldMk cId="0" sldId="257"/>
            <ac:spMk id="26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8:06:59.784" v="677" actId="403"/>
        <pc:sldMkLst>
          <pc:docMk/>
          <pc:sldMk cId="0" sldId="258"/>
        </pc:sldMkLst>
        <pc:spChg chg="mod">
          <ac:chgData name="RISHAV KUMAR" userId="67da4fea3b1225b8" providerId="LiveId" clId="{BF978BB0-60AA-4E70-B74C-E77D216CA204}" dt="2026-07-27T08:06:59.784" v="677" actId="403"/>
          <ac:spMkLst>
            <pc:docMk/>
            <pc:sldMk cId="0" sldId="258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49.927" v="674" actId="404"/>
          <ac:spMkLst>
            <pc:docMk/>
            <pc:sldMk cId="0" sldId="258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33.383" v="669" actId="271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40.513" v="672" actId="404"/>
          <ac:spMkLst>
            <pc:docMk/>
            <pc:sldMk cId="0" sldId="258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33.383" v="669" actId="271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33.383" v="669" actId="271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40.513" v="672" actId="404"/>
          <ac:spMkLst>
            <pc:docMk/>
            <pc:sldMk cId="0" sldId="258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40.513" v="672" actId="404"/>
          <ac:spMkLst>
            <pc:docMk/>
            <pc:sldMk cId="0" sldId="258"/>
            <ac:spMk id="1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40.513" v="672" actId="404"/>
          <ac:spMkLst>
            <pc:docMk/>
            <pc:sldMk cId="0" sldId="258"/>
            <ac:spMk id="1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33.383" v="669" actId="271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40.513" v="672" actId="404"/>
          <ac:spMkLst>
            <pc:docMk/>
            <pc:sldMk cId="0" sldId="258"/>
            <ac:spMk id="2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40.513" v="672" actId="404"/>
          <ac:spMkLst>
            <pc:docMk/>
            <pc:sldMk cId="0" sldId="258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33.383" v="669" actId="271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40.513" v="672" actId="404"/>
          <ac:spMkLst>
            <pc:docMk/>
            <pc:sldMk cId="0" sldId="258"/>
            <ac:spMk id="2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40.513" v="672" actId="404"/>
          <ac:spMkLst>
            <pc:docMk/>
            <pc:sldMk cId="0" sldId="258"/>
            <ac:spMk id="3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40.513" v="672" actId="404"/>
          <ac:spMkLst>
            <pc:docMk/>
            <pc:sldMk cId="0" sldId="258"/>
            <ac:spMk id="33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35:33.772" v="236" actId="20577"/>
        <pc:sldMkLst>
          <pc:docMk/>
          <pc:sldMk cId="0" sldId="259"/>
        </pc:sldMkLst>
        <pc:spChg chg="mod">
          <ac:chgData name="RISHAV KUMAR" userId="67da4fea3b1225b8" providerId="LiveId" clId="{BF978BB0-60AA-4E70-B74C-E77D216CA204}" dt="2026-07-27T07:35:33.772" v="236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5:08.764" v="198" actId="403"/>
          <ac:spMkLst>
            <pc:docMk/>
            <pc:sldMk cId="0" sldId="259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1.615" v="192" actId="271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6.896" v="194" actId="403"/>
          <ac:spMkLst>
            <pc:docMk/>
            <pc:sldMk cId="0" sldId="259"/>
            <ac:spMk id="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6.896" v="194" actId="403"/>
          <ac:spMkLst>
            <pc:docMk/>
            <pc:sldMk cId="0" sldId="259"/>
            <ac:spMk id="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6.896" v="194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6.896" v="194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6.896" v="194" actId="403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1.615" v="192" actId="271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6.896" v="194" actId="40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1.615" v="192" actId="271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1.615" v="192" actId="271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6.896" v="194" actId="403"/>
          <ac:spMkLst>
            <pc:docMk/>
            <pc:sldMk cId="0" sldId="259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4:56.896" v="194" actId="403"/>
          <ac:spMkLst>
            <pc:docMk/>
            <pc:sldMk cId="0" sldId="259"/>
            <ac:spMk id="24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8:08:04.605" v="689"/>
        <pc:sldMkLst>
          <pc:docMk/>
          <pc:sldMk cId="0" sldId="260"/>
        </pc:sldMkLst>
        <pc:spChg chg="mod">
          <ac:chgData name="RISHAV KUMAR" userId="67da4fea3b1225b8" providerId="LiveId" clId="{BF978BB0-60AA-4E70-B74C-E77D216CA204}" dt="2026-07-27T08:08:04.605" v="689"/>
          <ac:spMkLst>
            <pc:docMk/>
            <pc:sldMk cId="0" sldId="260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48.807" v="685" actId="404"/>
          <ac:spMkLst>
            <pc:docMk/>
            <pc:sldMk cId="0" sldId="260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34.455" v="678" actId="2716"/>
          <ac:spMkLst>
            <pc:docMk/>
            <pc:sldMk cId="0" sldId="260"/>
            <ac:spMk id="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42.663" v="681" actId="40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34.455" v="678" actId="271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42.663" v="681" actId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42.663" v="681" actId="403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34.455" v="678" actId="271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42.663" v="681" actId="403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42.663" v="681" actId="403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59.919" v="687"/>
          <ac:spMkLst>
            <pc:docMk/>
            <pc:sldMk cId="0" sldId="260"/>
            <ac:spMk id="3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34.455" v="678" actId="271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42.663" v="681" actId="403"/>
          <ac:spMkLst>
            <pc:docMk/>
            <pc:sldMk cId="0" sldId="260"/>
            <ac:spMk id="3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42.663" v="681" actId="403"/>
          <ac:spMkLst>
            <pc:docMk/>
            <pc:sldMk cId="0" sldId="260"/>
            <ac:spMk id="3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34.455" v="678" actId="2716"/>
          <ac:spMkLst>
            <pc:docMk/>
            <pc:sldMk cId="0" sldId="260"/>
            <ac:spMk id="3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7:42.663" v="681" actId="403"/>
          <ac:spMkLst>
            <pc:docMk/>
            <pc:sldMk cId="0" sldId="260"/>
            <ac:spMk id="42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8:06:11.886" v="668"/>
        <pc:sldMkLst>
          <pc:docMk/>
          <pc:sldMk cId="0" sldId="261"/>
        </pc:sldMkLst>
        <pc:spChg chg="mod">
          <ac:chgData name="RISHAV KUMAR" userId="67da4fea3b1225b8" providerId="LiveId" clId="{BF978BB0-60AA-4E70-B74C-E77D216CA204}" dt="2026-07-27T08:06:11.886" v="668"/>
          <ac:spMkLst>
            <pc:docMk/>
            <pc:sldMk cId="0" sldId="261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32.016" v="656" actId="404"/>
          <ac:spMkLst>
            <pc:docMk/>
            <pc:sldMk cId="0" sldId="261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23.840" v="653" actId="403"/>
          <ac:spMkLst>
            <pc:docMk/>
            <pc:sldMk cId="0" sldId="261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6:00.238" v="664"/>
          <ac:spMkLst>
            <pc:docMk/>
            <pc:sldMk cId="0" sldId="261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23.840" v="653" actId="40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19.149" v="651" actId="271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52.913" v="662" actId="403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19.149" v="651" actId="271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19.149" v="651" actId="271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23.840" v="653" actId="403"/>
          <ac:spMkLst>
            <pc:docMk/>
            <pc:sldMk cId="0" sldId="261"/>
            <ac:spMk id="2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19.149" v="651" actId="271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23.840" v="653" actId="403"/>
          <ac:spMkLst>
            <pc:docMk/>
            <pc:sldMk cId="0" sldId="261"/>
            <ac:spMk id="2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19.149" v="651" actId="271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23.840" v="653" actId="403"/>
          <ac:spMkLst>
            <pc:docMk/>
            <pc:sldMk cId="0" sldId="261"/>
            <ac:spMk id="2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43.048" v="659" actId="403"/>
          <ac:spMkLst>
            <pc:docMk/>
            <pc:sldMk cId="0" sldId="261"/>
            <ac:spMk id="2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23.840" v="653" actId="403"/>
          <ac:spMkLst>
            <pc:docMk/>
            <pc:sldMk cId="0" sldId="261"/>
            <ac:spMk id="34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8:05:02.113" v="650" actId="403"/>
        <pc:sldMkLst>
          <pc:docMk/>
          <pc:sldMk cId="0" sldId="262"/>
        </pc:sldMkLst>
        <pc:spChg chg="mod">
          <ac:chgData name="RISHAV KUMAR" userId="67da4fea3b1225b8" providerId="LiveId" clId="{BF978BB0-60AA-4E70-B74C-E77D216CA204}" dt="2026-07-27T08:03:15.576" v="623"/>
          <ac:spMkLst>
            <pc:docMk/>
            <pc:sldMk cId="0" sldId="262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2:21.433" v="617" actId="404"/>
          <ac:spMkLst>
            <pc:docMk/>
            <pc:sldMk cId="0" sldId="262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1:59.007" v="613" actId="2716"/>
          <ac:spMkLst>
            <pc:docMk/>
            <pc:sldMk cId="0" sldId="262"/>
            <ac:spMk id="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2:29.633" v="619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3:58.447" v="632"/>
          <ac:spMkLst>
            <pc:docMk/>
            <pc:sldMk cId="0" sldId="262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1:59.007" v="613" actId="271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1:59.007" v="613" actId="271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4:07.792" v="636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1:59.007" v="613" actId="271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1:59.007" v="613" actId="271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1:59.007" v="613" actId="271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1:59.007" v="613" actId="271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1:59.007" v="613" actId="271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1:59.007" v="613" actId="271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4:18.550" v="640"/>
          <ac:spMkLst>
            <pc:docMk/>
            <pc:sldMk cId="0" sldId="262"/>
            <ac:spMk id="2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1:59.007" v="613" actId="271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4:39.440" v="644" actId="403"/>
          <ac:spMkLst>
            <pc:docMk/>
            <pc:sldMk cId="0" sldId="262"/>
            <ac:spMk id="3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4:52.505" v="647" actId="403"/>
          <ac:spMkLst>
            <pc:docMk/>
            <pc:sldMk cId="0" sldId="262"/>
            <ac:spMk id="3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5:02.113" v="650" actId="403"/>
          <ac:spMkLst>
            <pc:docMk/>
            <pc:sldMk cId="0" sldId="262"/>
            <ac:spMk id="37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8:01:27.039" v="612"/>
        <pc:sldMkLst>
          <pc:docMk/>
          <pc:sldMk cId="0" sldId="263"/>
        </pc:sldMkLst>
        <pc:spChg chg="mod">
          <ac:chgData name="RISHAV KUMAR" userId="67da4fea3b1225b8" providerId="LiveId" clId="{BF978BB0-60AA-4E70-B74C-E77D216CA204}" dt="2026-07-27T08:01:27.039" v="612"/>
          <ac:spMkLst>
            <pc:docMk/>
            <pc:sldMk cId="0" sldId="263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39.405" v="595" actId="403"/>
          <ac:spMkLst>
            <pc:docMk/>
            <pc:sldMk cId="0" sldId="263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27.644" v="593" actId="271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39.405" v="595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8:00:04.217" v="602" actId="403"/>
          <ac:spMkLst>
            <pc:docMk/>
            <pc:sldMk cId="0" sldId="263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39.405" v="595" actId="40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39.405" v="595" actId="40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27.644" v="593" actId="271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39.405" v="595" actId="40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48.142" v="59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39.405" v="595" actId="403"/>
          <ac:spMkLst>
            <pc:docMk/>
            <pc:sldMk cId="0" sldId="263"/>
            <ac:spMk id="1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39.405" v="595" actId="403"/>
          <ac:spMkLst>
            <pc:docMk/>
            <pc:sldMk cId="0" sldId="263"/>
            <ac:spMk id="2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39.405" v="595" actId="403"/>
          <ac:spMkLst>
            <pc:docMk/>
            <pc:sldMk cId="0" sldId="263"/>
            <ac:spMk id="2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51.766" v="599"/>
          <ac:spMkLst>
            <pc:docMk/>
            <pc:sldMk cId="0" sldId="263"/>
            <ac:spMk id="2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27.644" v="593" actId="2716"/>
          <ac:spMkLst>
            <pc:docMk/>
            <pc:sldMk cId="0" sldId="263"/>
            <ac:spMk id="2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39.405" v="595" actId="403"/>
          <ac:spMkLst>
            <pc:docMk/>
            <pc:sldMk cId="0" sldId="263"/>
            <ac:spMk id="3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27.644" v="593" actId="271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27.644" v="593" actId="2716"/>
          <ac:spMkLst>
            <pc:docMk/>
            <pc:sldMk cId="0" sldId="263"/>
            <ac:spMk id="34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55:06.342" v="592"/>
        <pc:sldMkLst>
          <pc:docMk/>
          <pc:sldMk cId="0" sldId="264"/>
        </pc:sldMkLst>
        <pc:spChg chg="mod">
          <ac:chgData name="RISHAV KUMAR" userId="67da4fea3b1225b8" providerId="LiveId" clId="{BF978BB0-60AA-4E70-B74C-E77D216CA204}" dt="2026-07-27T07:54:24.296" v="580" actId="403"/>
          <ac:spMkLst>
            <pc:docMk/>
            <pc:sldMk cId="0" sldId="264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4:12.697" v="577" actId="404"/>
          <ac:spMkLst>
            <pc:docMk/>
            <pc:sldMk cId="0" sldId="264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3:55.628" v="572" actId="2716"/>
          <ac:spMkLst>
            <pc:docMk/>
            <pc:sldMk cId="0" sldId="264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4:59.201" v="588"/>
          <ac:spMkLst>
            <pc:docMk/>
            <pc:sldMk cId="0" sldId="264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4:05.749" v="574" actId="40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4:44.590" v="584" actId="14100"/>
          <ac:spMkLst>
            <pc:docMk/>
            <pc:sldMk cId="0" sldId="264"/>
            <ac:spMk id="1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4:52.318" v="586" actId="1410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4:47.685" v="585" actId="14100"/>
          <ac:spMkLst>
            <pc:docMk/>
            <pc:sldMk cId="0" sldId="264"/>
            <ac:spMk id="1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02.831" v="590"/>
          <ac:spMkLst>
            <pc:docMk/>
            <pc:sldMk cId="0" sldId="264"/>
            <ac:spMk id="1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3:55.628" v="572" actId="271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4:05.749" v="574" actId="403"/>
          <ac:spMkLst>
            <pc:docMk/>
            <pc:sldMk cId="0" sldId="264"/>
            <ac:spMk id="2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3:55.628" v="572" actId="271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4:05.749" v="574" actId="403"/>
          <ac:spMkLst>
            <pc:docMk/>
            <pc:sldMk cId="0" sldId="264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3:55.628" v="572" actId="271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5:06.342" v="592"/>
          <ac:spMkLst>
            <pc:docMk/>
            <pc:sldMk cId="0" sldId="264"/>
            <ac:spMk id="2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4:05.749" v="574" actId="403"/>
          <ac:spMkLst>
            <pc:docMk/>
            <pc:sldMk cId="0" sldId="264"/>
            <ac:spMk id="30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53:40.416" v="571"/>
        <pc:sldMkLst>
          <pc:docMk/>
          <pc:sldMk cId="0" sldId="265"/>
        </pc:sldMkLst>
        <pc:spChg chg="mod">
          <ac:chgData name="RISHAV KUMAR" userId="67da4fea3b1225b8" providerId="LiveId" clId="{BF978BB0-60AA-4E70-B74C-E77D216CA204}" dt="2026-07-27T07:53:40.416" v="571"/>
          <ac:spMkLst>
            <pc:docMk/>
            <pc:sldMk cId="0" sldId="265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2:33.513" v="555" actId="404"/>
          <ac:spMkLst>
            <pc:docMk/>
            <pc:sldMk cId="0" sldId="265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2:18.055" v="548" actId="2716"/>
          <ac:spMkLst>
            <pc:docMk/>
            <pc:sldMk cId="0" sldId="265"/>
            <ac:spMk id="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2:23.447" v="551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2:42.815" v="557"/>
          <ac:spMkLst>
            <pc:docMk/>
            <pc:sldMk cId="0" sldId="265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3:09.354" v="563" actId="1410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2:18.055" v="548" actId="271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2:23.447" v="551" actId="403"/>
          <ac:spMkLst>
            <pc:docMk/>
            <pc:sldMk cId="0" sldId="265"/>
            <ac:spMk id="1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3:21.095" v="56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2:23.447" v="551" actId="403"/>
          <ac:spMkLst>
            <pc:docMk/>
            <pc:sldMk cId="0" sldId="265"/>
            <ac:spMk id="1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2:23.447" v="551" actId="403"/>
          <ac:spMkLst>
            <pc:docMk/>
            <pc:sldMk cId="0" sldId="265"/>
            <ac:spMk id="1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2:23.447" v="551" actId="403"/>
          <ac:spMkLst>
            <pc:docMk/>
            <pc:sldMk cId="0" sldId="265"/>
            <ac:spMk id="2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3:26.392" v="56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2:23.447" v="551" actId="403"/>
          <ac:spMkLst>
            <pc:docMk/>
            <pc:sldMk cId="0" sldId="265"/>
            <ac:spMk id="2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2:18.055" v="548" actId="2716"/>
          <ac:spMkLst>
            <pc:docMk/>
            <pc:sldMk cId="0" sldId="265"/>
            <ac:spMk id="27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51:55.425" v="547"/>
        <pc:sldMkLst>
          <pc:docMk/>
          <pc:sldMk cId="0" sldId="266"/>
        </pc:sldMkLst>
        <pc:spChg chg="mod">
          <ac:chgData name="RISHAV KUMAR" userId="67da4fea3b1225b8" providerId="LiveId" clId="{BF978BB0-60AA-4E70-B74C-E77D216CA204}" dt="2026-07-27T07:50:33.728" v="527"/>
          <ac:spMkLst>
            <pc:docMk/>
            <pc:sldMk cId="0" sldId="266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59.259" v="523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44.364" v="517" actId="2716"/>
          <ac:spMkLst>
            <pc:docMk/>
            <pc:sldMk cId="0" sldId="266"/>
            <ac:spMk id="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44.364" v="517" actId="2716"/>
          <ac:spMkLst>
            <pc:docMk/>
            <pc:sldMk cId="0" sldId="266"/>
            <ac:spMk id="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51.935" v="520" actId="403"/>
          <ac:spMkLst>
            <pc:docMk/>
            <pc:sldMk cId="0" sldId="266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1:55.425" v="547"/>
          <ac:spMkLst>
            <pc:docMk/>
            <pc:sldMk cId="0" sldId="266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0:49.119" v="530" actId="14100"/>
          <ac:spMkLst>
            <pc:docMk/>
            <pc:sldMk cId="0" sldId="266"/>
            <ac:spMk id="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9:06.943" v="524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1:33.463" v="539" actId="1410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1:40.280" v="541" actId="2057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44.364" v="517" actId="271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1:12.919" v="536" actId="14100"/>
          <ac:spMkLst>
            <pc:docMk/>
            <pc:sldMk cId="0" sldId="266"/>
            <ac:spMk id="1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1:46.575" v="543"/>
          <ac:spMkLst>
            <pc:docMk/>
            <pc:sldMk cId="0" sldId="266"/>
            <ac:spMk id="1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51.935" v="520" actId="403"/>
          <ac:spMkLst>
            <pc:docMk/>
            <pc:sldMk cId="0" sldId="266"/>
            <ac:spMk id="2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44.364" v="517" actId="271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51.935" v="520" actId="403"/>
          <ac:spMkLst>
            <pc:docMk/>
            <pc:sldMk cId="0" sldId="266"/>
            <ac:spMk id="2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51:51.152" v="545"/>
          <ac:spMkLst>
            <pc:docMk/>
            <pc:sldMk cId="0" sldId="266"/>
            <ac:spMk id="2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44.364" v="517" actId="271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51.935" v="520" actId="403"/>
          <ac:spMkLst>
            <pc:docMk/>
            <pc:sldMk cId="0" sldId="266"/>
            <ac:spMk id="31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48:24.667" v="516" actId="403"/>
        <pc:sldMkLst>
          <pc:docMk/>
          <pc:sldMk cId="0" sldId="267"/>
        </pc:sldMkLst>
        <pc:spChg chg="mod">
          <ac:chgData name="RISHAV KUMAR" userId="67da4fea3b1225b8" providerId="LiveId" clId="{BF978BB0-60AA-4E70-B74C-E77D216CA204}" dt="2026-07-27T07:48:24.667" v="516" actId="403"/>
          <ac:spMkLst>
            <pc:docMk/>
            <pc:sldMk cId="0" sldId="267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15.362" v="513" actId="404"/>
          <ac:spMkLst>
            <pc:docMk/>
            <pc:sldMk cId="0" sldId="267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6.517" v="508" actId="2716"/>
          <ac:spMkLst>
            <pc:docMk/>
            <pc:sldMk cId="0" sldId="267"/>
            <ac:spMk id="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8.848" v="510" actId="403"/>
          <ac:spMkLst>
            <pc:docMk/>
            <pc:sldMk cId="0" sldId="267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6.517" v="508" actId="2716"/>
          <ac:spMkLst>
            <pc:docMk/>
            <pc:sldMk cId="0" sldId="267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8:10.856" v="511" actId="1410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8.848" v="510" actId="403"/>
          <ac:spMkLst>
            <pc:docMk/>
            <pc:sldMk cId="0" sldId="267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8.848" v="510" actId="403"/>
          <ac:spMkLst>
            <pc:docMk/>
            <pc:sldMk cId="0" sldId="267"/>
            <ac:spMk id="1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6.517" v="508" actId="271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6.517" v="508" actId="2716"/>
          <ac:spMkLst>
            <pc:docMk/>
            <pc:sldMk cId="0" sldId="267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6.517" v="508" actId="271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8.848" v="510" actId="403"/>
          <ac:spMkLst>
            <pc:docMk/>
            <pc:sldMk cId="0" sldId="267"/>
            <ac:spMk id="2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8.848" v="510" actId="403"/>
          <ac:spMkLst>
            <pc:docMk/>
            <pc:sldMk cId="0" sldId="267"/>
            <ac:spMk id="2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8.848" v="510" actId="403"/>
          <ac:spMkLst>
            <pc:docMk/>
            <pc:sldMk cId="0" sldId="267"/>
            <ac:spMk id="3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8.848" v="510" actId="403"/>
          <ac:spMkLst>
            <pc:docMk/>
            <pc:sldMk cId="0" sldId="267"/>
            <ac:spMk id="3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8.848" v="510" actId="403"/>
          <ac:spMkLst>
            <pc:docMk/>
            <pc:sldMk cId="0" sldId="267"/>
            <ac:spMk id="3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8.848" v="510" actId="403"/>
          <ac:spMkLst>
            <pc:docMk/>
            <pc:sldMk cId="0" sldId="267"/>
            <ac:spMk id="3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6.517" v="508" actId="2716"/>
          <ac:spMkLst>
            <pc:docMk/>
            <pc:sldMk cId="0" sldId="267"/>
            <ac:spMk id="4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58.848" v="510" actId="403"/>
          <ac:spMkLst>
            <pc:docMk/>
            <pc:sldMk cId="0" sldId="267"/>
            <ac:spMk id="42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47:43.961" v="507" actId="403"/>
        <pc:sldMkLst>
          <pc:docMk/>
          <pc:sldMk cId="0" sldId="268"/>
        </pc:sldMkLst>
        <pc:spChg chg="mod">
          <ac:chgData name="RISHAV KUMAR" userId="67da4fea3b1225b8" providerId="LiveId" clId="{BF978BB0-60AA-4E70-B74C-E77D216CA204}" dt="2026-07-27T07:45:46.481" v="4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5:33.587" v="472" actId="403"/>
          <ac:spMkLst>
            <pc:docMk/>
            <pc:sldMk cId="0" sldId="268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5:39.931" v="475" actId="40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6:04.650" v="482" actId="403"/>
          <ac:spMkLst>
            <pc:docMk/>
            <pc:sldMk cId="0" sldId="268"/>
            <ac:spMk id="1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5:57.203" v="479" actId="403"/>
          <ac:spMkLst>
            <pc:docMk/>
            <pc:sldMk cId="0" sldId="268"/>
            <ac:spMk id="2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6:58.090" v="489" actId="403"/>
          <ac:spMkLst>
            <pc:docMk/>
            <pc:sldMk cId="0" sldId="268"/>
            <ac:spMk id="2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06.585" v="493" actId="403"/>
          <ac:spMkLst>
            <pc:docMk/>
            <pc:sldMk cId="0" sldId="268"/>
            <ac:spMk id="3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20.002" v="500" actId="403"/>
          <ac:spMkLst>
            <pc:docMk/>
            <pc:sldMk cId="0" sldId="268"/>
            <ac:spMk id="3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6:16.083" v="485" actId="403"/>
          <ac:spMkLst>
            <pc:docMk/>
            <pc:sldMk cId="0" sldId="268"/>
            <ac:spMk id="3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43.961" v="507" actId="403"/>
          <ac:spMkLst>
            <pc:docMk/>
            <pc:sldMk cId="0" sldId="268"/>
            <ac:spMk id="3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7:27.552" v="503" actId="403"/>
          <ac:spMkLst>
            <pc:docMk/>
            <pc:sldMk cId="0" sldId="268"/>
            <ac:spMk id="40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45:12.915" v="469" actId="404"/>
        <pc:sldMkLst>
          <pc:docMk/>
          <pc:sldMk cId="0" sldId="269"/>
        </pc:sldMkLst>
        <pc:spChg chg="mod">
          <ac:chgData name="RISHAV KUMAR" userId="67da4fea3b1225b8" providerId="LiveId" clId="{BF978BB0-60AA-4E70-B74C-E77D216CA204}" dt="2026-07-27T07:45:02.648" v="466"/>
          <ac:spMkLst>
            <pc:docMk/>
            <pc:sldMk cId="0" sldId="269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5:12.915" v="469" actId="404"/>
          <ac:spMkLst>
            <pc:docMk/>
            <pc:sldMk cId="0" sldId="269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19.951" v="414" actId="403"/>
          <ac:spMkLst>
            <pc:docMk/>
            <pc:sldMk cId="0" sldId="269"/>
            <ac:spMk id="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31.043" v="416"/>
          <ac:spMkLst>
            <pc:docMk/>
            <pc:sldMk cId="0" sldId="269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4:42.402" v="461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38.465" v="417" actId="2057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15.325" v="411" actId="271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4:01.550" v="430" actId="2711"/>
          <ac:spMkLst>
            <pc:docMk/>
            <pc:sldMk cId="0" sldId="269"/>
            <ac:spMk id="1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15.325" v="411" actId="271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4:13.911" v="437" actId="2711"/>
          <ac:spMkLst>
            <pc:docMk/>
            <pc:sldMk cId="0" sldId="269"/>
            <ac:spMk id="2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15.325" v="411" actId="271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19.951" v="414" actId="403"/>
          <ac:spMkLst>
            <pc:docMk/>
            <pc:sldMk cId="0" sldId="269"/>
            <ac:spMk id="2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15.325" v="411" actId="271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19.951" v="414" actId="403"/>
          <ac:spMkLst>
            <pc:docMk/>
            <pc:sldMk cId="0" sldId="269"/>
            <ac:spMk id="2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19.951" v="414" actId="403"/>
          <ac:spMkLst>
            <pc:docMk/>
            <pc:sldMk cId="0" sldId="269"/>
            <ac:spMk id="3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15.325" v="411" actId="2716"/>
          <ac:spMkLst>
            <pc:docMk/>
            <pc:sldMk cId="0" sldId="269"/>
            <ac:spMk id="3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19.951" v="414" actId="403"/>
          <ac:spMkLst>
            <pc:docMk/>
            <pc:sldMk cId="0" sldId="269"/>
            <ac:spMk id="3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3:19.951" v="414" actId="403"/>
          <ac:spMkLst>
            <pc:docMk/>
            <pc:sldMk cId="0" sldId="269"/>
            <ac:spMk id="35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42:22.499" v="410" actId="20577"/>
        <pc:sldMkLst>
          <pc:docMk/>
          <pc:sldMk cId="0" sldId="270"/>
        </pc:sldMkLst>
        <pc:spChg chg="mod">
          <ac:chgData name="RISHAV KUMAR" userId="67da4fea3b1225b8" providerId="LiveId" clId="{BF978BB0-60AA-4E70-B74C-E77D216CA204}" dt="2026-07-27T07:42:22.499" v="410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40:36.765" v="338" actId="2716"/>
          <ac:spMkLst>
            <pc:docMk/>
            <pc:sldMk cId="0" sldId="270"/>
            <ac:spMk id="3" creationId="{00000000-0000-0000-0000-000000000000}"/>
          </ac:spMkLst>
        </pc:spChg>
        <pc:graphicFrameChg chg="mod modGraphic">
          <ac:chgData name="RISHAV KUMAR" userId="67da4fea3b1225b8" providerId="LiveId" clId="{BF978BB0-60AA-4E70-B74C-E77D216CA204}" dt="2026-07-27T07:42:05.419" v="395" actId="20577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modSp mod">
        <pc:chgData name="RISHAV KUMAR" userId="67da4fea3b1225b8" providerId="LiveId" clId="{BF978BB0-60AA-4E70-B74C-E77D216CA204}" dt="2026-07-27T07:39:55.410" v="329" actId="20577"/>
        <pc:sldMkLst>
          <pc:docMk/>
          <pc:sldMk cId="0" sldId="271"/>
        </pc:sldMkLst>
        <pc:spChg chg="mod">
          <ac:chgData name="RISHAV KUMAR" userId="67da4fea3b1225b8" providerId="LiveId" clId="{BF978BB0-60AA-4E70-B74C-E77D216CA204}" dt="2026-07-27T07:39:55.410" v="329" actId="20577"/>
          <ac:spMkLst>
            <pc:docMk/>
            <pc:sldMk cId="0" sldId="271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47.836" v="320" actId="404"/>
          <ac:spMkLst>
            <pc:docMk/>
            <pc:sldMk cId="0" sldId="271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38.692" v="315" actId="2716"/>
          <ac:spMkLst>
            <pc:docMk/>
            <pc:sldMk cId="0" sldId="271"/>
            <ac:spMk id="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38.692" v="315" actId="2716"/>
          <ac:spMkLst>
            <pc:docMk/>
            <pc:sldMk cId="0" sldId="271"/>
            <ac:spMk id="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41.998" v="317" actId="403"/>
          <ac:spMkLst>
            <pc:docMk/>
            <pc:sldMk cId="0" sldId="271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41.998" v="317" actId="403"/>
          <ac:spMkLst>
            <pc:docMk/>
            <pc:sldMk cId="0" sldId="271"/>
            <ac:spMk id="1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41.998" v="317" actId="403"/>
          <ac:spMkLst>
            <pc:docMk/>
            <pc:sldMk cId="0" sldId="271"/>
            <ac:spMk id="1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41.998" v="317" actId="403"/>
          <ac:spMkLst>
            <pc:docMk/>
            <pc:sldMk cId="0" sldId="271"/>
            <ac:spMk id="1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38.692" v="315" actId="271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41.998" v="317" actId="403"/>
          <ac:spMkLst>
            <pc:docMk/>
            <pc:sldMk cId="0" sldId="271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38.692" v="315" actId="2716"/>
          <ac:spMkLst>
            <pc:docMk/>
            <pc:sldMk cId="0" sldId="271"/>
            <ac:spMk id="2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38.692" v="315" actId="2716"/>
          <ac:spMkLst>
            <pc:docMk/>
            <pc:sldMk cId="0" sldId="271"/>
            <ac:spMk id="2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41.998" v="317" actId="403"/>
          <ac:spMkLst>
            <pc:docMk/>
            <pc:sldMk cId="0" sldId="271"/>
            <ac:spMk id="27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39:23.036" v="314" actId="20577"/>
        <pc:sldMkLst>
          <pc:docMk/>
          <pc:sldMk cId="0" sldId="272"/>
        </pc:sldMkLst>
        <pc:spChg chg="mod">
          <ac:chgData name="RISHAV KUMAR" userId="67da4fea3b1225b8" providerId="LiveId" clId="{BF978BB0-60AA-4E70-B74C-E77D216CA204}" dt="2026-07-27T07:39:23.036" v="314" actId="20577"/>
          <ac:spMkLst>
            <pc:docMk/>
            <pc:sldMk cId="0" sldId="272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08.269" v="295" actId="404"/>
          <ac:spMkLst>
            <pc:docMk/>
            <pc:sldMk cId="0" sldId="272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58.374" v="289" actId="2716"/>
          <ac:spMkLst>
            <pc:docMk/>
            <pc:sldMk cId="0" sldId="272"/>
            <ac:spMk id="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01.846" v="292" actId="403"/>
          <ac:spMkLst>
            <pc:docMk/>
            <pc:sldMk cId="0" sldId="272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58.374" v="289" actId="2716"/>
          <ac:spMkLst>
            <pc:docMk/>
            <pc:sldMk cId="0" sldId="272"/>
            <ac:spMk id="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01.846" v="292" actId="403"/>
          <ac:spMkLst>
            <pc:docMk/>
            <pc:sldMk cId="0" sldId="272"/>
            <ac:spMk id="1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01.846" v="292" actId="403"/>
          <ac:spMkLst>
            <pc:docMk/>
            <pc:sldMk cId="0" sldId="272"/>
            <ac:spMk id="1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58.374" v="289" actId="271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01.846" v="292" actId="403"/>
          <ac:spMkLst>
            <pc:docMk/>
            <pc:sldMk cId="0" sldId="272"/>
            <ac:spMk id="1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58.374" v="289" actId="2716"/>
          <ac:spMkLst>
            <pc:docMk/>
            <pc:sldMk cId="0" sldId="272"/>
            <ac:spMk id="2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01.846" v="292" actId="403"/>
          <ac:spMkLst>
            <pc:docMk/>
            <pc:sldMk cId="0" sldId="272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58.374" v="289" actId="2716"/>
          <ac:spMkLst>
            <pc:docMk/>
            <pc:sldMk cId="0" sldId="272"/>
            <ac:spMk id="24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9:01.846" v="292" actId="403"/>
          <ac:spMkLst>
            <pc:docMk/>
            <pc:sldMk cId="0" sldId="272"/>
            <ac:spMk id="27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38:35.005" v="286" actId="20577"/>
        <pc:sldMkLst>
          <pc:docMk/>
          <pc:sldMk cId="0" sldId="273"/>
        </pc:sldMkLst>
        <pc:spChg chg="mod">
          <ac:chgData name="RISHAV KUMAR" userId="67da4fea3b1225b8" providerId="LiveId" clId="{BF978BB0-60AA-4E70-B74C-E77D216CA204}" dt="2026-07-27T07:38:35.005" v="286" actId="20577"/>
          <ac:spMkLst>
            <pc:docMk/>
            <pc:sldMk cId="0" sldId="273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14.941" v="272" actId="404"/>
          <ac:spMkLst>
            <pc:docMk/>
            <pc:sldMk cId="0" sldId="273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53.085" v="264" actId="2716"/>
          <ac:spMkLst>
            <pc:docMk/>
            <pc:sldMk cId="0" sldId="273"/>
            <ac:spMk id="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06.320" v="269" actId="403"/>
          <ac:spMkLst>
            <pc:docMk/>
            <pc:sldMk cId="0" sldId="273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53.085" v="264" actId="2716"/>
          <ac:spMkLst>
            <pc:docMk/>
            <pc:sldMk cId="0" sldId="273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06.320" v="269" actId="403"/>
          <ac:spMkLst>
            <pc:docMk/>
            <pc:sldMk cId="0" sldId="273"/>
            <ac:spMk id="1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53.085" v="264" actId="271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53.085" v="264" actId="271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06.320" v="269" actId="403"/>
          <ac:spMkLst>
            <pc:docMk/>
            <pc:sldMk cId="0" sldId="273"/>
            <ac:spMk id="1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06.320" v="269" actId="403"/>
          <ac:spMkLst>
            <pc:docMk/>
            <pc:sldMk cId="0" sldId="273"/>
            <ac:spMk id="1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06.320" v="269" actId="403"/>
          <ac:spMkLst>
            <pc:docMk/>
            <pc:sldMk cId="0" sldId="273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06.320" v="269" actId="403"/>
          <ac:spMkLst>
            <pc:docMk/>
            <pc:sldMk cId="0" sldId="273"/>
            <ac:spMk id="2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53.085" v="264" actId="2716"/>
          <ac:spMkLst>
            <pc:docMk/>
            <pc:sldMk cId="0" sldId="273"/>
            <ac:spMk id="2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06.320" v="269" actId="403"/>
          <ac:spMkLst>
            <pc:docMk/>
            <pc:sldMk cId="0" sldId="273"/>
            <ac:spMk id="3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53.085" v="264" actId="2716"/>
          <ac:spMkLst>
            <pc:docMk/>
            <pc:sldMk cId="0" sldId="273"/>
            <ac:spMk id="3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8:06.320" v="269" actId="403"/>
          <ac:spMkLst>
            <pc:docMk/>
            <pc:sldMk cId="0" sldId="273"/>
            <ac:spMk id="35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37:34.570" v="261"/>
        <pc:sldMkLst>
          <pc:docMk/>
          <pc:sldMk cId="0" sldId="274"/>
        </pc:sldMkLst>
        <pc:spChg chg="mod">
          <ac:chgData name="RISHAV KUMAR" userId="67da4fea3b1225b8" providerId="LiveId" clId="{BF978BB0-60AA-4E70-B74C-E77D216CA204}" dt="2026-07-27T07:37:34.570" v="261"/>
          <ac:spMkLst>
            <pc:docMk/>
            <pc:sldMk cId="0" sldId="274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09.845" v="249" actId="404"/>
          <ac:spMkLst>
            <pc:docMk/>
            <pc:sldMk cId="0" sldId="274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58.653" v="245" actId="2716"/>
          <ac:spMkLst>
            <pc:docMk/>
            <pc:sldMk cId="0" sldId="274"/>
            <ac:spMk id="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02.632" v="247" actId="403"/>
          <ac:spMkLst>
            <pc:docMk/>
            <pc:sldMk cId="0" sldId="274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58.653" v="245" actId="2716"/>
          <ac:spMkLst>
            <pc:docMk/>
            <pc:sldMk cId="0" sldId="274"/>
            <ac:spMk id="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02.632" v="247" actId="403"/>
          <ac:spMkLst>
            <pc:docMk/>
            <pc:sldMk cId="0" sldId="274"/>
            <ac:spMk id="1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58.653" v="245" actId="271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02.632" v="247" actId="403"/>
          <ac:spMkLst>
            <pc:docMk/>
            <pc:sldMk cId="0" sldId="274"/>
            <ac:spMk id="1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58.653" v="245" actId="2716"/>
          <ac:spMkLst>
            <pc:docMk/>
            <pc:sldMk cId="0" sldId="274"/>
            <ac:spMk id="1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58.653" v="245" actId="2716"/>
          <ac:spMkLst>
            <pc:docMk/>
            <pc:sldMk cId="0" sldId="274"/>
            <ac:spMk id="1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02.632" v="247" actId="403"/>
          <ac:spMkLst>
            <pc:docMk/>
            <pc:sldMk cId="0" sldId="274"/>
            <ac:spMk id="1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58.653" v="245" actId="2716"/>
          <ac:spMkLst>
            <pc:docMk/>
            <pc:sldMk cId="0" sldId="274"/>
            <ac:spMk id="2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02.632" v="247" actId="403"/>
          <ac:spMkLst>
            <pc:docMk/>
            <pc:sldMk cId="0" sldId="274"/>
            <ac:spMk id="2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58.653" v="245" actId="2716"/>
          <ac:spMkLst>
            <pc:docMk/>
            <pc:sldMk cId="0" sldId="274"/>
            <ac:spMk id="2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7:02.632" v="247" actId="403"/>
          <ac:spMkLst>
            <pc:docMk/>
            <pc:sldMk cId="0" sldId="274"/>
            <ac:spMk id="27" creationId="{00000000-0000-0000-0000-000000000000}"/>
          </ac:spMkLst>
        </pc:spChg>
      </pc:sldChg>
      <pc:sldChg chg="modSp mod">
        <pc:chgData name="RISHAV KUMAR" userId="67da4fea3b1225b8" providerId="LiveId" clId="{BF978BB0-60AA-4E70-B74C-E77D216CA204}" dt="2026-07-27T07:36:38.829" v="244" actId="403"/>
        <pc:sldMkLst>
          <pc:docMk/>
          <pc:sldMk cId="0" sldId="275"/>
        </pc:sldMkLst>
        <pc:spChg chg="mod">
          <ac:chgData name="RISHAV KUMAR" userId="67da4fea3b1225b8" providerId="LiveId" clId="{BF978BB0-60AA-4E70-B74C-E77D216CA204}" dt="2026-07-27T07:36:38.829" v="244" actId="403"/>
          <ac:spMkLst>
            <pc:docMk/>
            <pc:sldMk cId="0" sldId="275"/>
            <ac:spMk id="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26.956" v="241" actId="404"/>
          <ac:spMkLst>
            <pc:docMk/>
            <pc:sldMk cId="0" sldId="275"/>
            <ac:spMk id="3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8.402" v="240" actId="404"/>
          <ac:spMkLst>
            <pc:docMk/>
            <pc:sldMk cId="0" sldId="275"/>
            <ac:spMk id="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1.631" v="237" actId="2716"/>
          <ac:spMkLst>
            <pc:docMk/>
            <pc:sldMk cId="0" sldId="275"/>
            <ac:spMk id="7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8.402" v="240" actId="404"/>
          <ac:spMkLst>
            <pc:docMk/>
            <pc:sldMk cId="0" sldId="275"/>
            <ac:spMk id="9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1.631" v="237" actId="271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8.402" v="240" actId="404"/>
          <ac:spMkLst>
            <pc:docMk/>
            <pc:sldMk cId="0" sldId="275"/>
            <ac:spMk id="1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8.402" v="240" actId="404"/>
          <ac:spMkLst>
            <pc:docMk/>
            <pc:sldMk cId="0" sldId="275"/>
            <ac:spMk id="1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1.631" v="237" actId="2716"/>
          <ac:spMkLst>
            <pc:docMk/>
            <pc:sldMk cId="0" sldId="275"/>
            <ac:spMk id="1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8.402" v="240" actId="404"/>
          <ac:spMkLst>
            <pc:docMk/>
            <pc:sldMk cId="0" sldId="275"/>
            <ac:spMk id="18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8.402" v="240" actId="404"/>
          <ac:spMkLst>
            <pc:docMk/>
            <pc:sldMk cId="0" sldId="275"/>
            <ac:spMk id="21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1.631" v="237" actId="2716"/>
          <ac:spMkLst>
            <pc:docMk/>
            <pc:sldMk cId="0" sldId="275"/>
            <ac:spMk id="22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8.402" v="240" actId="404"/>
          <ac:spMkLst>
            <pc:docMk/>
            <pc:sldMk cId="0" sldId="275"/>
            <ac:spMk id="25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8.402" v="240" actId="404"/>
          <ac:spMkLst>
            <pc:docMk/>
            <pc:sldMk cId="0" sldId="275"/>
            <ac:spMk id="26" creationId="{00000000-0000-0000-0000-000000000000}"/>
          </ac:spMkLst>
        </pc:spChg>
        <pc:spChg chg="mod">
          <ac:chgData name="RISHAV KUMAR" userId="67da4fea3b1225b8" providerId="LiveId" clId="{BF978BB0-60AA-4E70-B74C-E77D216CA204}" dt="2026-07-27T07:36:11.631" v="237" actId="2716"/>
          <ac:spMkLst>
            <pc:docMk/>
            <pc:sldMk cId="0" sldId="275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303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10" Type="http://schemas.openxmlformats.org/officeDocument/2006/relationships/image" Target="../media/image37.png"/><Relationship Id="rId4" Type="http://schemas.openxmlformats.org/officeDocument/2006/relationships/image" Target="../media/image35.png"/><Relationship Id="rId9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5245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VELLORE INSTITUTE OF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100965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CHENNAI CAMPUS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1560" y="1649730"/>
            <a:ext cx="10088575" cy="1965960"/>
          </a:xfrm>
          <a:prstGeom prst="rect">
            <a:avLst/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9AA5C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1560" y="183261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kern="0" spc="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SEMINAR REPORT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34440" y="2198370"/>
            <a:ext cx="97228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AUTHENTICATION AND DATA</a:t>
            </a:r>
            <a:endParaRPr lang="en-US" sz="24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ENCRYPTION ALGORITHMS IN EMBEDDED SYSTEMS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329565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EMBEDDED SYSTEMS - FALL SEMESTER 2026-27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3871722"/>
            <a:ext cx="9631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i="1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"Building Trust at the Edge: Authenticating Devices and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i="1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Encrypting Data in a Resource-Constrained World"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051560" y="4667250"/>
            <a:ext cx="10088575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468553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11880" y="4685538"/>
            <a:ext cx="74368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cs typeface="Times New Roman" pitchFamily="34" charset="-120"/>
              </a:rPr>
              <a:t>RISHAV KUMAR(24BCE1666), JAYADITYA DUTTA(24BCE1586)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051560" y="4996434"/>
            <a:ext cx="10088575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501472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11880" y="5014722"/>
            <a:ext cx="74368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ELECTRONICS AND COMMUNICATION ENGINEERING (BCSE305L)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051560" y="5325618"/>
            <a:ext cx="10088575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534390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 MENTOR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11880" y="5343906"/>
            <a:ext cx="74368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DR.BALAKRISHNAN R</a:t>
            </a:r>
          </a:p>
        </p:txBody>
      </p:sp>
      <p:sp>
        <p:nvSpPr>
          <p:cNvPr id="18" name="Shape 16"/>
          <p:cNvSpPr/>
          <p:nvPr/>
        </p:nvSpPr>
        <p:spPr>
          <a:xfrm>
            <a:off x="1051560" y="5654802"/>
            <a:ext cx="10088575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4712" y="567309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11880" y="5673090"/>
            <a:ext cx="74368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 CHENNAI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051560" y="5983986"/>
            <a:ext cx="10088575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4712" y="600227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YEAR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11880" y="6002274"/>
            <a:ext cx="74368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2026–27 (Fall Semester)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051560" y="6313170"/>
            <a:ext cx="10088575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 · 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EMBEDDED SYSTEMS?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7" y="1600200"/>
            <a:ext cx="6769227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SPECIALIZED COMPUTERS DESIGNED TO PERFORM DEDICATED TASKS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 IN IOT DEVICES, MEDICAL EQUIPMENT, AUTOMOBILES, INDUSTRIAL AUTOMATION, AND CONSUMER ELECTRONICS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 DEVICES CONNECT TO THE INTERNET, SECURITY BECOMES A CRITICAL REQUIREMENT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4048" y="4242816"/>
            <a:ext cx="6492240" cy="2331720"/>
          </a:xfrm>
          <a:prstGeom prst="roundRect">
            <a:avLst>
              <a:gd name="adj" fmla="val 3137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5325" y="3808659"/>
            <a:ext cx="6025515" cy="534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SECURITY MATTERS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4526280"/>
            <a:ext cx="438912" cy="438912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9" name="Image 0" descr="/home/claude/proj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9" y="4631619"/>
            <a:ext cx="228234" cy="2282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35608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 UNAUTHORIZED ACCESS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31920" y="4526280"/>
            <a:ext cx="438912" cy="438912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2" name="Image 1" descr="/home/claude/proj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259" y="4631619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8848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 SENSITIVE DATA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68680" y="5212080"/>
            <a:ext cx="438912" cy="438912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5" name="Image 2" descr="/home/claude/proj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019" y="5317419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35608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ENSURE SECURE COMMUNICATION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3931920" y="5212080"/>
            <a:ext cx="438912" cy="438912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8" name="Image 3" descr="/home/claude/proj/icons/checksqu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7259" y="5317419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98848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 SYSTEM INTEGRITY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360920" y="1417320"/>
            <a:ext cx="4251960" cy="4709160"/>
          </a:xfrm>
          <a:prstGeom prst="roundRect">
            <a:avLst>
              <a:gd name="adj" fmla="val 2151"/>
            </a:avLst>
          </a:prstGeom>
          <a:solidFill>
            <a:srgbClr val="1E2761"/>
          </a:solidFill>
          <a:ln/>
        </p:spPr>
      </p:sp>
      <p:sp>
        <p:nvSpPr>
          <p:cNvPr id="21" name="Shape 15"/>
          <p:cNvSpPr/>
          <p:nvPr/>
        </p:nvSpPr>
        <p:spPr>
          <a:xfrm>
            <a:off x="8759952" y="2194560"/>
            <a:ext cx="1463040" cy="14630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2" name="Image 4" descr="/home/claude/proj/icons/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1082" y="2545690"/>
            <a:ext cx="760781" cy="76078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35240" y="37947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CONNECTED &amp; CONSTRAINED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7726680" y="438912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BILLIONS OF EMBEDDED DEVICES NOW EXCHANGE DATA OVER NETWORKS — TURNING EVERY SENSOR, GATEWAY, AND CONTROLLER INTO A POTENTIAL ATTACK SURFACE.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 ·  </a:t>
            </a:r>
            <a:r>
              <a:rPr lang="en-US" sz="16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CHALLENGES IN EMBEDDED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727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/icons/batt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29" y="1717609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819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CPU POWER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1920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CONSTRAINED PROCESSING FOR COMPLEX CRYPTO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5727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roj/icons/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409" y="1717609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5819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MEMORY CAPACITY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257800" y="1920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LITTLE ROOM FOR LARGE KEYS OR CODE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5048" y="15727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roj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889" y="1717609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15819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BATTERY LIFE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098280" y="1920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MUST BE ENERGY-EFFICIENT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03580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191256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roj/icons/hamm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29" y="3336097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 ATTACKS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417320" y="353872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DEVICES ARE EXPOSED TO TAMPERING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89120" y="303580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3191256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roj/icons/wif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409" y="3336097"/>
            <a:ext cx="313822" cy="31382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WIRELESS VULNERABILITIES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257800" y="353872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OPEN-AIR COMMUNICATION CAN BE INTERCEPTED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29600" y="303580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5048" y="3191256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proj/icons/file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9889" y="3336097"/>
            <a:ext cx="313822" cy="31382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FIRMWARE TAMPERING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098280" y="353872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MALICIOUS CODE CAN REPLACE TRUSTED FIRMWARE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548640" y="51663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" y="5166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  </a:t>
            </a: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STRONG SECURITY WHILE USING MINIMAL RESOURCES.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CHALLENGES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·  AUTHENTICATION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AUTHENTICATION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30936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DEVICE AUTHENTICATION?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PROCESS OF VERIFYING THE IDENTITY OF A DEVICE BEFORE ALLOWING COMMUNICATION OR NETWORK ACCESS.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IT IMPORTANT?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9" name="Image 0" descr="/home/claude/proj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4185026"/>
            <a:ext cx="152156" cy="1521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4087368"/>
            <a:ext cx="5925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PREVENTS UNAUTHORIZED DEVICES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4517136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2" name="Image 1" descr="/home/claude/proj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4587362"/>
            <a:ext cx="152156" cy="1521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2688" y="4489704"/>
            <a:ext cx="5925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PROTECTS CONFIDENTIAL INFORMATION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919472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5" name="Image 2" descr="/home/claude/proj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4989698"/>
            <a:ext cx="152156" cy="1521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2688" y="4892040"/>
            <a:ext cx="5925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PREVENTS SPOOFING ATTACKS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5321808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8" name="Image 3" descr="/home/claude/proj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5392034"/>
            <a:ext cx="152156" cy="1521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5294376"/>
            <a:ext cx="5925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TRUST BETWEEN COMMUNICATING DEVICES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178040" y="1463040"/>
            <a:ext cx="4434840" cy="484632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</p:sp>
      <p:sp>
        <p:nvSpPr>
          <p:cNvPr id="21" name="Shape 15"/>
          <p:cNvSpPr/>
          <p:nvPr/>
        </p:nvSpPr>
        <p:spPr>
          <a:xfrm>
            <a:off x="8714232" y="2103120"/>
            <a:ext cx="1371600" cy="13716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2" name="Image 4" descr="/home/claude/proj/icons/finger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16" y="2432304"/>
            <a:ext cx="713232" cy="7132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52360" y="36118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FIRST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7543800" y="411480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CONNECTED DEVICE — SENSOR, GATEWAY, OR CONTROLLER — MUST PROVE WHO IT IS BEFORE IT CAN BE TRUSTED WITH DATA OR COMMANDS.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·  AUTHENTICATION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DEVICE AUTHENTICATION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367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/icons/id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74650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0876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83080" y="150876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PASSWORD-BASED AUTHENTICATION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4780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roj/icons/file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58775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350008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783080" y="2350008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CERTIFICATE-BASED AUTHENTICATION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48640" y="3191256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3192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roj/icons/ti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42900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191256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783080" y="3191256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TOKEN-BASED AUTHENTICATION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48640" y="4032504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roj/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27024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32504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1783080" y="4032504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KEY AUTHENTICATION</a:t>
            </a: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548640" y="4873752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5001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roj/icons/keysqu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1114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873752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1783080" y="4873752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HARDWARE-BASED AUTHENTICATION (SECURE ELEMENT / TPM)</a:t>
            </a:r>
            <a:endParaRPr lang="en-US" dirty="0"/>
          </a:p>
        </p:txBody>
      </p:sp>
      <p:sp>
        <p:nvSpPr>
          <p:cNvPr id="29" name="Shape 22"/>
          <p:cNvSpPr/>
          <p:nvPr/>
        </p:nvSpPr>
        <p:spPr>
          <a:xfrm>
            <a:off x="7772400" y="150876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804672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dirty="0"/>
          </a:p>
        </p:txBody>
      </p:sp>
      <p:sp>
        <p:nvSpPr>
          <p:cNvPr id="31" name="Shape 24"/>
          <p:cNvSpPr/>
          <p:nvPr/>
        </p:nvSpPr>
        <p:spPr>
          <a:xfrm>
            <a:off x="8266176" y="2295144"/>
            <a:ext cx="566928" cy="566928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32" name="Image 5" descr="/home/claude/proj/icons/ho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2239" y="2431207"/>
            <a:ext cx="294803" cy="29480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06840" y="228600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HOMES</a:t>
            </a:r>
            <a:endParaRPr lang="en-US" sz="2000" dirty="0"/>
          </a:p>
        </p:txBody>
      </p:sp>
      <p:sp>
        <p:nvSpPr>
          <p:cNvPr id="34" name="Shape 26"/>
          <p:cNvSpPr/>
          <p:nvPr/>
        </p:nvSpPr>
        <p:spPr>
          <a:xfrm>
            <a:off x="8266176" y="3255264"/>
            <a:ext cx="566928" cy="566928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35" name="Image 6" descr="/home/claude/proj/icons/c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2239" y="3391327"/>
            <a:ext cx="294803" cy="29480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006840" y="324612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CONNECTED VEHICLES</a:t>
            </a:r>
            <a:endParaRPr lang="en-US" sz="2000" dirty="0"/>
          </a:p>
        </p:txBody>
      </p:sp>
      <p:sp>
        <p:nvSpPr>
          <p:cNvPr id="37" name="Shape 28"/>
          <p:cNvSpPr/>
          <p:nvPr/>
        </p:nvSpPr>
        <p:spPr>
          <a:xfrm>
            <a:off x="8266176" y="4215384"/>
            <a:ext cx="566928" cy="566928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38" name="Image 7" descr="/home/claude/proj/icons/heartpul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2239" y="4351447"/>
            <a:ext cx="294803" cy="29480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006840" y="420624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MEDICAL DEVICES</a:t>
            </a:r>
            <a:endParaRPr lang="en-US" sz="2000" dirty="0"/>
          </a:p>
        </p:txBody>
      </p:sp>
      <p:sp>
        <p:nvSpPr>
          <p:cNvPr id="40" name="Shape 30"/>
          <p:cNvSpPr/>
          <p:nvPr/>
        </p:nvSpPr>
        <p:spPr>
          <a:xfrm>
            <a:off x="8266176" y="5175504"/>
            <a:ext cx="566928" cy="566928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41" name="Image 8" descr="/home/claude/proj/icons/facto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2239" y="5311567"/>
            <a:ext cx="294803" cy="294803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006840" y="516636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INDUSTRIAL IOT</a:t>
            </a:r>
            <a:endParaRPr lang="en-US" sz="2000" dirty="0"/>
          </a:p>
        </p:txBody>
      </p:sp>
      <p:sp>
        <p:nvSpPr>
          <p:cNvPr id="43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ENCRYPTION ALGORITHMS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SYMMETRIC ENCRYPTION — AES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687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8662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0020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ENCRYPTION STANDARD (AES) USES THE SAME KEY FOR BOTH ENCRYPTION AND DECRYPTION. STANDARD KEY SIZES: 128-BIT, 192-BIT, AND 256-BIT.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191463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154680"/>
            <a:ext cx="11914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IOT DEVICES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904695" y="3154680"/>
            <a:ext cx="1446581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1904695" y="3154680"/>
            <a:ext cx="14465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WI-FI SECURITY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515868" y="3154680"/>
            <a:ext cx="1446581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3515868" y="3154680"/>
            <a:ext cx="14465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STORAGE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48640" y="4178808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7" name="Image 1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249034"/>
            <a:ext cx="152156" cy="1521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32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VERY FAST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4581144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0" name="Image 2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651370"/>
            <a:ext cx="152156" cy="1521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2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SECURITY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4983480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3" name="Image 3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5053706"/>
            <a:ext cx="152156" cy="1521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2688" y="49560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MEMORY USAGE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48640" y="5385816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6" name="Image 4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5456042"/>
            <a:ext cx="152156" cy="1521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2688" y="5358384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EFFICIENT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263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DISADVANTAGES</a:t>
            </a:r>
            <a:endParaRPr lang="en-US" dirty="0"/>
          </a:p>
        </p:txBody>
      </p:sp>
      <p:sp>
        <p:nvSpPr>
          <p:cNvPr id="29" name="Shape 22"/>
          <p:cNvSpPr/>
          <p:nvPr/>
        </p:nvSpPr>
        <p:spPr>
          <a:xfrm>
            <a:off x="6263640" y="4178808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0" name="Image 5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249034"/>
            <a:ext cx="152156" cy="1521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47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KEY SHARING IS DIFFICULT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6263640" y="4581144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3" name="Image 6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651370"/>
            <a:ext cx="152156" cy="1521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647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KEY MUST REMAIN SECRET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ENCRYPTION ALGORITHMS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ENCRYPTION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ASYMMETRIC ENCRYPTION — RSA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687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/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8662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0020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RSA USES A PAIR OF KEYS — A PUBLIC KEY AND A PRIVATE KEY — AND IS COMMONLY USED FOR AUTHENTICATION AND SECURE KEY EXCHANGE.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446581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154680"/>
            <a:ext cx="14465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59813" y="3154680"/>
            <a:ext cx="1276502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2159813" y="3154680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EXCHANGE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00907" y="3154680"/>
            <a:ext cx="1446581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3600907" y="3154680"/>
            <a:ext cx="14465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LEGACY SYSTEMS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178808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7" name="Image 1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249034"/>
            <a:ext cx="152156" cy="1521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32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EXCELLENT FOR AUTHENTICATION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4581144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0" name="Image 2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651370"/>
            <a:ext cx="152156" cy="1521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2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NEED TO SHARE PRIVATE KEY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48640" y="4983480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3" name="Image 3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5053706"/>
            <a:ext cx="152156" cy="1521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2688" y="49560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WIDELY SUPPORTED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263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263640" y="4178808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27" name="Image 4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249034"/>
            <a:ext cx="152156" cy="1521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47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 EXECUTION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263640" y="4581144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0" name="Image 5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651370"/>
            <a:ext cx="152156" cy="1521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47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KEY SIZE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6263640" y="4983480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3" name="Image 6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5053706"/>
            <a:ext cx="152156" cy="1521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647688" y="49560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COMPUTATIONAL COST</a:t>
            </a:r>
            <a:endParaRPr lang="en-US" sz="1600" dirty="0"/>
          </a:p>
        </p:txBody>
      </p:sp>
      <p:sp>
        <p:nvSpPr>
          <p:cNvPr id="35" name="Shape 26"/>
          <p:cNvSpPr/>
          <p:nvPr/>
        </p:nvSpPr>
        <p:spPr>
          <a:xfrm>
            <a:off x="6263640" y="5385816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6" name="Image 7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5456042"/>
            <a:ext cx="152156" cy="1521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647688" y="5358384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SUITABLE FOR VERY SMALL EMBEDDED DEVICES</a:t>
            </a:r>
            <a:endParaRPr lang="en-US" sz="1600" dirty="0"/>
          </a:p>
        </p:txBody>
      </p:sp>
      <p:sp>
        <p:nvSpPr>
          <p:cNvPr id="38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ENCRYPTION ALGORITHMS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ENCRYPTION ALGORITHMS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ELLIPTIC CURVE CRYPTOGRAPHY (ECC)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687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/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8662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0020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PUBLIC-KEY CRYPTOGRAPHY BASED ON ELLIPTIC CURVES, PROVIDING STRONG SECURITY WITH SMALLER KEY SIZES. EXAMPLE: ECC-256 ≈ RSA-3072 IN SECURITY STRENGTH.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276502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154680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EMBEDDED IOT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989734" y="3154680"/>
            <a:ext cx="1446581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1989734" y="3154680"/>
            <a:ext cx="14465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DEVICES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00907" y="3154680"/>
            <a:ext cx="1616659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3600907" y="3154680"/>
            <a:ext cx="1616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MESSAGING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178808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7" name="Image 1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249034"/>
            <a:ext cx="152156" cy="1521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32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KEY SIZE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4581144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0" name="Image 2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651370"/>
            <a:ext cx="152156" cy="1521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2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AUTHENTICATION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4983480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3" name="Image 3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5053706"/>
            <a:ext cx="152156" cy="1521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2688" y="49560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POWER CONSUMPTION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48640" y="5385816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6" name="Image 4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5456042"/>
            <a:ext cx="152156" cy="1521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2688" y="5358384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IDEAL FOR EMBEDDED SYSTEMS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263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263640" y="4178808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0" name="Image 5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249034"/>
            <a:ext cx="152156" cy="1521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47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MATHEMATICALLY COMPLEX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6263640" y="4581144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3" name="Image 6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651370"/>
            <a:ext cx="152156" cy="1521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647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SLIGHTLY HARDER TO IMPLEMENT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ENCRYPTION ALGORITHMS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</a:t>
            </a:r>
            <a:r>
              <a:rPr lang="en-US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INTEGRITY &amp; VERIFICATION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SHA-256 (SECURE HASH ALGORITHM)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687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/icons/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8662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0020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SHA-256 PRODUCES A FIXED-SIZE HASH THROUGH A ONE-WAY FUNCTION, USED TO VERIFY DATA INTEGRITY — ANY CHANGE TO THE INPUT PRODUCES A COMPLETELY DIFFERENT HASH.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616659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154680"/>
            <a:ext cx="1616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 STORAGE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329891" y="3154680"/>
            <a:ext cx="178673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2329891" y="3154680"/>
            <a:ext cx="1786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SIGNATURES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81221" y="3154680"/>
            <a:ext cx="1106424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4281221" y="3154680"/>
            <a:ext cx="1106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BLOCKCHAIN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552237" y="3154680"/>
            <a:ext cx="2041855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5552237" y="3154680"/>
            <a:ext cx="2041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FIRMWARE VERIFICATION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4178808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9" name="Image 1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249034"/>
            <a:ext cx="152156" cy="1521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32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8640" y="4581144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2" name="Image 2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651370"/>
            <a:ext cx="152156" cy="1521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32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48640" y="4983480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5" name="Image 3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5053706"/>
            <a:ext cx="152156" cy="1521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2688" y="49560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DETECTS DATA MODIFICATION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263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6263640" y="4178808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29" name="Image 4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249034"/>
            <a:ext cx="152156" cy="1521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647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CANNOT RECOVER ORIGINAL DATA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6263640" y="4581144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2" name="Image 5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651370"/>
            <a:ext cx="152156" cy="1521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47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NOT ENCRYPT INFORMATION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INTEGRITY &amp; VERIFICATION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INTEGRITY &amp; VERIFICATION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HMAC — HASH-BASED MESSAGE AUTHENTICATION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687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/icons/check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8662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0020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HMAC COMBINES A SECRET KEY WITH A HASH FUNCTION (SHA-256) TO VERIFY BOTH DATA AUTHENTICITY AND DATA INTEGRITY.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4864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70169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154680"/>
            <a:ext cx="1584960" cy="33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AUTHENTICITY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14930" y="3154680"/>
            <a:ext cx="1446581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2414930" y="3154680"/>
            <a:ext cx="14465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48640" y="4178808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5" name="Image 1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249034"/>
            <a:ext cx="152156" cy="1521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32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548640" y="4581144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8" name="Image 2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651370"/>
            <a:ext cx="152156" cy="1521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2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LIGHTWEIGHT</a:t>
            </a: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548640" y="4983480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1" name="Image 3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5053706"/>
            <a:ext cx="152156" cy="1521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49560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EASY IMPLEMENTATION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6263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DISADVANTAGES</a:t>
            </a: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6263640" y="4178808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25" name="Image 4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249034"/>
            <a:ext cx="152156" cy="1521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47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REQUIRES SECRET KEY DISTRIBUTION</a:t>
            </a:r>
            <a:endParaRPr lang="en-US" dirty="0"/>
          </a:p>
        </p:txBody>
      </p:sp>
      <p:sp>
        <p:nvSpPr>
          <p:cNvPr id="27" name="Shape 20"/>
          <p:cNvSpPr/>
          <p:nvPr/>
        </p:nvSpPr>
        <p:spPr>
          <a:xfrm>
            <a:off x="6263640" y="4581144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28" name="Image 5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651370"/>
            <a:ext cx="152156" cy="1521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647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MANAGEMENT IS NECESSARY</a:t>
            </a: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INTEGRITY &amp; VERIFICATION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INTEGRITY &amp; VERIFICATION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ECDSA — DIGITAL SIGNATURE ALGORITHM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687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/icons/sign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8662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0020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ECDSA USES ECC TO CREATE DIGITAL SIGNATURES THAT CONFIRM SENDER IDENTITY AND ENSURE MESSAGE INTEGRITY.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4864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781251" cy="56985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154680"/>
            <a:ext cx="1616659" cy="56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FIRMWARE UPDATES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329891" y="3154680"/>
            <a:ext cx="1356055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2329891" y="3154680"/>
            <a:ext cx="1118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BOOT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85946" y="3154680"/>
            <a:ext cx="178673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3685946" y="3163824"/>
            <a:ext cx="17052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IOT AUTHENTICATION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48640" y="4178808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7" name="Image 1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249034"/>
            <a:ext cx="152156" cy="1521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32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SIGNATURES</a:t>
            </a: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548640" y="4581144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0" name="Image 2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651370"/>
            <a:ext cx="152156" cy="1521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2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SECURITY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548640" y="4983480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3" name="Image 3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5053706"/>
            <a:ext cx="152156" cy="1521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2688" y="49560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POWER</a:t>
            </a: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62636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DISADVANTAGES</a:t>
            </a:r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6263640" y="4178808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27" name="Image 4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249034"/>
            <a:ext cx="152156" cy="1521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47688" y="415137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SLOWER SIGNATURE GENERATION THAN HMAC</a:t>
            </a:r>
            <a:endParaRPr lang="en-US" dirty="0"/>
          </a:p>
        </p:txBody>
      </p:sp>
      <p:sp>
        <p:nvSpPr>
          <p:cNvPr id="29" name="Shape 22"/>
          <p:cNvSpPr/>
          <p:nvPr/>
        </p:nvSpPr>
        <p:spPr>
          <a:xfrm>
            <a:off x="6263640" y="4581144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0" name="Image 5" descr="/home/claude/proj/icons/x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6" y="4651370"/>
            <a:ext cx="152156" cy="1521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47688" y="45537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REQUIRES RANDOM NUMBER GENERATION</a:t>
            </a: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INTEGRITY &amp; VERIFICATION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</a:t>
            </a:r>
            <a:r>
              <a:rPr lang="en-US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SYSTEM TRUST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BOOT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2600" y="16916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414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/icons/boo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704" y="20958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404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STARTS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78912" y="2459736"/>
            <a:ext cx="292608" cy="292608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9" name="Image 1" descr="/home/claude/proj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138" y="2529962"/>
            <a:ext cx="152156" cy="1521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53232" y="1691640"/>
            <a:ext cx="2496312" cy="2176272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44772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proj/icons/file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336" y="209580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44672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BOOTLOADER VERIFIES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FIRMWARE SIGNATURE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949544" y="2459736"/>
            <a:ext cx="292608" cy="292608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5" name="Image 3" descr="/home/claude/proj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770" y="2529962"/>
            <a:ext cx="152156" cy="1521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23864" y="16916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115404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/home/claude/proj/icons/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0968" y="2095805"/>
            <a:ext cx="380390" cy="38039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15304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SIGNATURE VALID 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BOOT CONTINUES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8720176" y="2459736"/>
            <a:ext cx="292608" cy="292608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1" name="Image 5" descr="/home/claude/proj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402" y="2529962"/>
            <a:ext cx="152156" cy="1521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94496" y="16916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886036" y="1920240"/>
            <a:ext cx="731520" cy="73152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24" name="Image 6" descr="/home/claude/proj/icons/xoctag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1600" y="2095805"/>
            <a:ext cx="380390" cy="38039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85936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INVALID 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STOPS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548640" y="39319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27" name="Shape 18"/>
          <p:cNvSpPr/>
          <p:nvPr/>
        </p:nvSpPr>
        <p:spPr>
          <a:xfrm>
            <a:off x="548640" y="4315968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8" name="Image 7" descr="/home/claude/proj/icons/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66" y="4386194"/>
            <a:ext cx="152156" cy="1521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32688" y="428853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PREVENTS MALICIOUS FIRMWARE</a:t>
            </a:r>
            <a:endParaRPr lang="en-US" sz="1600" dirty="0"/>
          </a:p>
        </p:txBody>
      </p:sp>
      <p:sp>
        <p:nvSpPr>
          <p:cNvPr id="30" name="Shape 20"/>
          <p:cNvSpPr/>
          <p:nvPr/>
        </p:nvSpPr>
        <p:spPr>
          <a:xfrm>
            <a:off x="548640" y="4718304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31" name="Image 8" descr="/home/claude/proj/icons/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66" y="4788530"/>
            <a:ext cx="152156" cy="15215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32688" y="469087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PROTECTS BOOT PROCESS</a:t>
            </a:r>
            <a:endParaRPr lang="en-US" sz="1600" dirty="0"/>
          </a:p>
        </p:txBody>
      </p:sp>
      <p:sp>
        <p:nvSpPr>
          <p:cNvPr id="33" name="Shape 22"/>
          <p:cNvSpPr/>
          <p:nvPr/>
        </p:nvSpPr>
        <p:spPr>
          <a:xfrm>
            <a:off x="548640" y="5120640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34" name="Image 9" descr="/home/claude/proj/icons/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66" y="5190866"/>
            <a:ext cx="152156" cy="15215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932688" y="509320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IMPROVES SYSTEM TRUST</a:t>
            </a:r>
            <a:endParaRPr lang="en-US" sz="1600" dirty="0"/>
          </a:p>
        </p:txBody>
      </p:sp>
      <p:sp>
        <p:nvSpPr>
          <p:cNvPr id="36" name="Text 24"/>
          <p:cNvSpPr/>
          <p:nvPr/>
        </p:nvSpPr>
        <p:spPr>
          <a:xfrm>
            <a:off x="6263640" y="39319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37" name="Shape 25"/>
          <p:cNvSpPr/>
          <p:nvPr/>
        </p:nvSpPr>
        <p:spPr>
          <a:xfrm>
            <a:off x="6263640" y="4315968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8" name="Image 10" descr="/home/claude/proj/icons/xoctag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3866" y="4386194"/>
            <a:ext cx="152156" cy="152156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647688" y="428853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SLIGHT INCREASE IN BOOT TIME</a:t>
            </a:r>
            <a:endParaRPr lang="en-US" sz="1600" dirty="0"/>
          </a:p>
        </p:txBody>
      </p:sp>
      <p:sp>
        <p:nvSpPr>
          <p:cNvPr id="40" name="Shape 27"/>
          <p:cNvSpPr/>
          <p:nvPr/>
        </p:nvSpPr>
        <p:spPr>
          <a:xfrm>
            <a:off x="6263640" y="4718304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41" name="Image 11" descr="/home/claude/proj/icons/xoctag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3866" y="4788530"/>
            <a:ext cx="152156" cy="152156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647688" y="469087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REQUIRES SECURE KEY STORAGE</a:t>
            </a:r>
            <a:endParaRPr lang="en-US" sz="1600" dirty="0"/>
          </a:p>
        </p:txBody>
      </p:sp>
      <p:sp>
        <p:nvSpPr>
          <p:cNvPr id="43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TRUST</a:t>
            </a:r>
            <a:endParaRPr lang="en-US" sz="900" dirty="0"/>
          </a:p>
        </p:txBody>
      </p:sp>
      <p:sp>
        <p:nvSpPr>
          <p:cNvPr id="44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· SECURE COMMUNICATION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TLS / DTLS PROTOCOL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8136" y="1773936"/>
            <a:ext cx="566928" cy="566928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6" name="Image 0" descr="/home/claude/proj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99" y="190999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5740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OVER TCP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60520" y="14630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0016" y="1773936"/>
            <a:ext cx="566928" cy="566928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1" name="Image 1" descr="/home/claude/proj/icons/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079" y="190999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DTLS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669280" y="2148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OVER UDP —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SUITABLE FOR IOT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772400" y="1463040"/>
            <a:ext cx="384048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04672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ON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046720" y="192024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804672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AES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738360" y="192024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973836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ECC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046720" y="24688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8046720" y="24688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RSA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738360" y="24688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/>
        </p:spPr>
      </p:sp>
      <p:sp>
        <p:nvSpPr>
          <p:cNvPr id="23" name="Text 19"/>
          <p:cNvSpPr/>
          <p:nvPr/>
        </p:nvSpPr>
        <p:spPr>
          <a:xfrm>
            <a:off x="9738360" y="24688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48640" y="3520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</a:t>
            </a: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548640" y="3904488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6" name="Image 2" descr="/home/claude/proj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6" y="3974714"/>
            <a:ext cx="152156" cy="1521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32688" y="387705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COMMUNICATION</a:t>
            </a:r>
            <a:endParaRPr lang="en-US" dirty="0"/>
          </a:p>
        </p:txBody>
      </p:sp>
      <p:sp>
        <p:nvSpPr>
          <p:cNvPr id="28" name="Shape 23"/>
          <p:cNvSpPr/>
          <p:nvPr/>
        </p:nvSpPr>
        <p:spPr>
          <a:xfrm>
            <a:off x="548640" y="4306824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9" name="Image 3" descr="/home/claude/proj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6" y="4377050"/>
            <a:ext cx="152156" cy="1521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2688" y="427939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PREVENTS EAVESDROPPING</a:t>
            </a:r>
            <a:endParaRPr lang="en-US" dirty="0"/>
          </a:p>
        </p:txBody>
      </p:sp>
      <p:sp>
        <p:nvSpPr>
          <p:cNvPr id="31" name="Shape 25"/>
          <p:cNvSpPr/>
          <p:nvPr/>
        </p:nvSpPr>
        <p:spPr>
          <a:xfrm>
            <a:off x="548640" y="4709160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32" name="Image 4" descr="/home/claude/proj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6" y="4779386"/>
            <a:ext cx="152156" cy="1521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32688" y="468172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</a:t>
            </a: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6263640" y="3520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DISADVANTAGES</a:t>
            </a:r>
            <a:endParaRPr lang="en-US" dirty="0"/>
          </a:p>
        </p:txBody>
      </p:sp>
      <p:sp>
        <p:nvSpPr>
          <p:cNvPr id="35" name="Shape 28"/>
          <p:cNvSpPr/>
          <p:nvPr/>
        </p:nvSpPr>
        <p:spPr>
          <a:xfrm>
            <a:off x="6263640" y="3904488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6" name="Image 5" descr="/home/claude/proj/icons/xoctag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3866" y="3974714"/>
            <a:ext cx="152156" cy="1521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647688" y="387705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MEMORY USAGE</a:t>
            </a:r>
            <a:endParaRPr lang="en-US" dirty="0"/>
          </a:p>
        </p:txBody>
      </p:sp>
      <p:sp>
        <p:nvSpPr>
          <p:cNvPr id="38" name="Shape 30"/>
          <p:cNvSpPr/>
          <p:nvPr/>
        </p:nvSpPr>
        <p:spPr>
          <a:xfrm>
            <a:off x="6263640" y="4306824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9" name="Image 6" descr="/home/claude/proj/icons/xoctag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3866" y="4377050"/>
            <a:ext cx="152156" cy="15215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647688" y="427939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HANDSHAKE IS COMPUTATIONALLY EXPENSIVE</a:t>
            </a: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COMMUNICATION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· SECURE COMMUNICATION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LIGHTWEIGHT CRYPTOGRAPHY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DESIGNED FOR SENSORS, WEARABLES, AND BATTERY-POWERED DEVICES WHERE EVERY BYTE AND MILLIWATT COUNTS.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" y="2468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roj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1" y="258958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31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ASCON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977640" y="233172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29100" y="2468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roj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801" y="258958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2331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PPRESENT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0010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roj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1" y="354970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291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SPECK</a:t>
            </a:r>
          </a:p>
        </p:txBody>
      </p:sp>
      <p:sp>
        <p:nvSpPr>
          <p:cNvPr id="17" name="Shape 12"/>
          <p:cNvSpPr/>
          <p:nvPr/>
        </p:nvSpPr>
        <p:spPr>
          <a:xfrm>
            <a:off x="3977640" y="329184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22910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proj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801" y="354970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92040" y="3291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SIMON</a:t>
            </a:r>
          </a:p>
        </p:txBody>
      </p:sp>
      <p:sp>
        <p:nvSpPr>
          <p:cNvPr id="21" name="Text 15"/>
          <p:cNvSpPr/>
          <p:nvPr/>
        </p:nvSpPr>
        <p:spPr>
          <a:xfrm>
            <a:off x="548640" y="443484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</a:t>
            </a: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548640" y="4818888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3" name="Image 4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4889114"/>
            <a:ext cx="152156" cy="1521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2688" y="4791456"/>
            <a:ext cx="6291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POWER</a:t>
            </a:r>
            <a:endParaRPr lang="en-US" dirty="0"/>
          </a:p>
        </p:txBody>
      </p:sp>
      <p:sp>
        <p:nvSpPr>
          <p:cNvPr id="25" name="Shape 18"/>
          <p:cNvSpPr/>
          <p:nvPr/>
        </p:nvSpPr>
        <p:spPr>
          <a:xfrm>
            <a:off x="548640" y="5221224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6" name="Image 5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5291450"/>
            <a:ext cx="152156" cy="1521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32688" y="5193792"/>
            <a:ext cx="6291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MEMORY</a:t>
            </a:r>
            <a:endParaRPr lang="en-US" dirty="0"/>
          </a:p>
        </p:txBody>
      </p:sp>
      <p:sp>
        <p:nvSpPr>
          <p:cNvPr id="28" name="Shape 20"/>
          <p:cNvSpPr/>
          <p:nvPr/>
        </p:nvSpPr>
        <p:spPr>
          <a:xfrm>
            <a:off x="548640" y="5623560"/>
            <a:ext cx="292608" cy="29260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9" name="Image 6" descr="/home/claude/proj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5693786"/>
            <a:ext cx="152156" cy="1521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32688" y="5596128"/>
            <a:ext cx="6291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EXECUTION</a:t>
            </a:r>
            <a:endParaRPr lang="en-US" dirty="0"/>
          </a:p>
        </p:txBody>
      </p:sp>
      <p:sp>
        <p:nvSpPr>
          <p:cNvPr id="31" name="Shape 22"/>
          <p:cNvSpPr/>
          <p:nvPr/>
        </p:nvSpPr>
        <p:spPr>
          <a:xfrm>
            <a:off x="7772400" y="1463040"/>
            <a:ext cx="3840480" cy="480060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9098280" y="2057400"/>
            <a:ext cx="1188720" cy="118872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33" name="Image 7" descr="/home/claude/proj/icons/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3573" y="2342693"/>
            <a:ext cx="618134" cy="61813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046720" y="3429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9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disadvantages</a:t>
            </a:r>
            <a:endParaRPr lang="en-US" dirty="0"/>
          </a:p>
        </p:txBody>
      </p:sp>
      <p:sp>
        <p:nvSpPr>
          <p:cNvPr id="35" name="Text 25"/>
          <p:cNvSpPr/>
          <p:nvPr/>
        </p:nvSpPr>
        <p:spPr>
          <a:xfrm>
            <a:off x="8046720" y="37947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SOME ALGORITHMS ARE LESS WIDELY STANDARDIZED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MAY PROVIDE FEWER SECURITY MARGINS THAN HEAVIER ALGORITHMS</a:t>
            </a: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COMMUNICATION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·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COMPARISON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476919"/>
              </p:ext>
            </p:extLst>
          </p:nvPr>
        </p:nvGraphicFramePr>
        <p:xfrm>
          <a:off x="552450" y="1554480"/>
          <a:ext cx="11106150" cy="4322064"/>
        </p:xfrm>
        <a:graphic>
          <a:graphicData uri="http://schemas.openxmlformats.org/drawingml/2006/table">
            <a:tbl>
              <a:tblPr/>
              <a:tblGrid>
                <a:gridCol w="237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ALGORITHM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SPEED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SECURITY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RESOURCE USAGE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AES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SYMMETRIC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VERY FAST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RSA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ASYMMETRIC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SLOW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ECC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ASYMMETRIC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FAST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SHA-256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HASH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VERY FAST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VERY LOW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HMAC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AUTHENTICATION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FAST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ECDSA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DIGITAL SIGNATURE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B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·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 OF DEVICE AUTHENTICATION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7532" y="187452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6" name="Image 0" descr="/home/claude/proj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0391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0020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PREVENTS UNAUTHORIZED ACCESS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8252" y="187452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0" name="Image 1" descr="/home/claude/proj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20391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60020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PROTECTS CONFIDENTIAL DATA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7532" y="338328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4" name="Image 2" descr="/home/claude/proj/icons/shield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354787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3108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PREVENTS SPOOFING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6309360" y="3108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88252" y="338328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8" name="Image 3" descr="/home/claude/proj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547872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0" y="3108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ENSURES TRUSTED COMMUNICATION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54864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7532" y="489204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2" name="Image 4" descr="/home/claude/proj/icons/file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505663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37360" y="46177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SECURE FIRMWARE UPDATES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630936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88252" y="489204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6" name="Image 5" descr="/home/claude/proj/icons/sparkl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2844" y="5056632"/>
            <a:ext cx="356616" cy="3566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98080" y="46177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IMPROVES OVERALL CYBERSECURITY</a:t>
            </a: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· SUMMARY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· SUMMARY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&amp; 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7532" y="187452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6" name="Image 0" descr="/home/claude/proj/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0391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0020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MANAGEMENT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8252" y="187452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0" name="Image 1" descr="/home/claude/proj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20391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60020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PROCESSING OVERHEAD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7532" y="338328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4" name="Image 2" descr="/home/claude/proj/icons/memorysti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354787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3108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MEMORY LIMITATIONS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6309360" y="3108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88252" y="338328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8" name="Image 3" descr="/home/claude/proj/icons/batte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3547872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0" y="3108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BATTERY CONSUMPTION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54864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7532" y="489204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2" name="Image 4" descr="/home/claude/proj/icons/keysqu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" y="505663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37360" y="46177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STORAGE REQUIREMENTS</a:t>
            </a:r>
            <a:endParaRPr lang="en-US" sz="2000" dirty="0"/>
          </a:p>
        </p:txBody>
      </p:sp>
      <p:sp>
        <p:nvSpPr>
          <p:cNvPr id="24" name="Shape 17"/>
          <p:cNvSpPr/>
          <p:nvPr/>
        </p:nvSpPr>
        <p:spPr>
          <a:xfrm>
            <a:off x="630936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88252" y="489204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6" name="Image 5" descr="/home/claude/proj/icons/block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2844" y="5056632"/>
            <a:ext cx="356616" cy="3566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98080" y="46177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INCREASED DEVELOPMENT COMPLEXITY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· SUMMARY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220" y="21159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· IMPACT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/ico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410" y="20263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34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HOME DEVICES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429000" y="15544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66260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roj/icons/gauge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770" y="202631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834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METERS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6309360" y="15544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46620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roj/icons/heartpul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130" y="202631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2834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MEDICAL EQUIPMENT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9189720" y="15544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126980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proj/icons/c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4490" y="202631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1160" y="2834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AUTOMOTIVE ECUS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548640" y="37033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485900" y="3977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proj/icons/fac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3410" y="4175150"/>
            <a:ext cx="427939" cy="4279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INDUSTRIAL AUTOMATION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3429000" y="37033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366260" y="3977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proj/icons/credit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3770" y="4175150"/>
            <a:ext cx="427939" cy="42793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2044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BANKING POS MACHINES</a:t>
            </a:r>
            <a:endParaRPr lang="en-US" dirty="0"/>
          </a:p>
        </p:txBody>
      </p:sp>
      <p:sp>
        <p:nvSpPr>
          <p:cNvPr id="28" name="Shape 20"/>
          <p:cNvSpPr/>
          <p:nvPr/>
        </p:nvSpPr>
        <p:spPr>
          <a:xfrm>
            <a:off x="6309360" y="37033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246620" y="3977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6" descr="/home/claude/proj/icons/doorclo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4130" y="4175150"/>
            <a:ext cx="427939" cy="42793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0080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LOCKS</a:t>
            </a:r>
            <a:endParaRPr lang="en-US" dirty="0"/>
          </a:p>
        </p:txBody>
      </p:sp>
      <p:sp>
        <p:nvSpPr>
          <p:cNvPr id="32" name="Shape 23"/>
          <p:cNvSpPr/>
          <p:nvPr/>
        </p:nvSpPr>
        <p:spPr>
          <a:xfrm>
            <a:off x="9189720" y="37033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10126980" y="3977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7" descr="/home/claude/proj/icons/pla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4490" y="4175150"/>
            <a:ext cx="427939" cy="427939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28116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DRONES</a:t>
            </a: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18A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· LOOKING AHEAD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TRENDS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1961388"/>
            <a:ext cx="777240" cy="7772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6" name="Image 0" descr="/home/claude/proj/icons/a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638" y="2147926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POST-QUANTUM CRYPTOGRAPHY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70832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5292" y="1961388"/>
            <a:ext cx="777240" cy="7772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0" name="Image 1" descr="/home/claude/proj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830" y="2147926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7992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THREAT DETECTION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93024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587484" y="1961388"/>
            <a:ext cx="777240" cy="7772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4" name="Image 2" descr="/home/claude/proj/icons/shield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022" y="2147926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30184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TRUST SECURITY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3913632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943100" y="4183380"/>
            <a:ext cx="777240" cy="7772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8" name="Image 3" descr="/home/claude/proj/icons/keysqu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9638" y="4369918"/>
            <a:ext cx="404165" cy="4041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" y="5148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ROOT OF TRUST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370832" y="3913632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765292" y="4183380"/>
            <a:ext cx="777240" cy="7772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2" name="Image 4" descr="/home/claude/proj/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1830" y="4369918"/>
            <a:ext cx="404165" cy="40416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07992" y="5148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TRUSTED EXECUTION ENVIRONMENT (TEE)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8193024" y="3913632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587484" y="4183380"/>
            <a:ext cx="777240" cy="7772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6" name="Image 5" descr="/home/claude/proj/icons/sparkl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4022" y="4369918"/>
            <a:ext cx="404165" cy="40416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30184" y="5148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LIGHTWEIGHT AI SECURITY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LOOKING AHEAD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00B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SECURING THE EDGE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5" name="Image 0" descr="/home/claude/proj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1779422"/>
            <a:ext cx="190195" cy="1901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91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EMBEDDED DEVICES REQUIRE STRONG AUTHENTICATION AND ENCRYPTION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2167128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8" name="Image 1" descr="/home/claude/proj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2254910"/>
            <a:ext cx="190195" cy="1901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1671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AES PROVIDES FAST AND EFFICIENT ENCRYPTION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85800" y="2642616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1" name="Image 2" descr="/home/claude/proj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2730398"/>
            <a:ext cx="190195" cy="1901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4261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ECC IS IDEAL FOR RESOURCE-CONSTRAINED DEVICES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85800" y="3118104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4" name="Image 3" descr="/home/claude/proj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3205886"/>
            <a:ext cx="190195" cy="1901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11810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RSA REMAINS IMPORTANT FOR LEGACY SYSTEMS AND KEY EXCHANGE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85800" y="3593592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7" name="Image 4" descr="/home/claude/proj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3681374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5935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 AND HMAC ENSURE INTEGRITY AND AUTHENTICATION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685800" y="4069080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0" name="Image 5" descr="/home/claude/proj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4156862"/>
            <a:ext cx="190195" cy="19019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88720" y="4069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BOOT AND TLS ENHANCE OVERALL DEVICE SECURITY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8138160" y="16916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235440" y="2240280"/>
            <a:ext cx="1280160" cy="128016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4" name="Image 6" descr="/home/claude/proj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678" y="2547518"/>
            <a:ext cx="665683" cy="66568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36676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BY DESIGN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8458200" y="4023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ENGINEERED INTO EVERY LAYER OF THE DEVICE.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548640" y="5074920"/>
            <a:ext cx="1110996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548640" y="534924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9" name="Text 20"/>
          <p:cNvSpPr/>
          <p:nvPr/>
        </p:nvSpPr>
        <p:spPr>
          <a:xfrm>
            <a:off x="548640" y="59893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B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1120</Words>
  <Application>Microsoft Office PowerPoint</Application>
  <PresentationFormat>Widescreen</PresentationFormat>
  <Paragraphs>351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RISHAV KUMAR</cp:lastModifiedBy>
  <cp:revision>1</cp:revision>
  <dcterms:created xsi:type="dcterms:W3CDTF">2026-07-27T06:43:50Z</dcterms:created>
  <dcterms:modified xsi:type="dcterms:W3CDTF">2026-07-27T08:08:14Z</dcterms:modified>
</cp:coreProperties>
</file>